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Introdução à Regressão Linear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Gerado em 20/08/2025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1 – O que é Regressão Linear?**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Técnica estatística para prever um valor numérico.</a:t>
            </a:r>
          </a:p>
          <a:p>
            <a:pPr/>
            <a:r>
              <a:t>Relaciona uma variável dependente (y) a uma ou mais independentes (x).</a:t>
            </a:r>
          </a:p>
          <a:p>
            <a:pPr/>
            <a:r>
              <a:t>Assume que a relação entre as variáveis é aproximadamente linear.</a:t>
            </a:r>
          </a:p>
          <a:p>
            <a:pPr/>
            <a:r>
              <a:t>Muito usada como ponto de partida em projetos de ciência de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2 – A Equação da Reta**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Forma geral: **y = β₀ + β₁·x**.</a:t>
            </a:r>
          </a:p>
          <a:p>
            <a:pPr/>
            <a:r>
              <a:t>**β₀** = intercepto (valor de y quando x = 0).</a:t>
            </a:r>
          </a:p>
          <a:p>
            <a:pPr/>
            <a:r>
              <a:t>**β₁** = inclinação (quanto y muda para cada unidade de x).</a:t>
            </a:r>
          </a:p>
          <a:p>
            <a:pPr/>
            <a:r>
              <a:t>Em múltiplas variáveis: **y = β₀ + β₁·x₁ + β₂·x₂ + …**.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3 – Objetivo: Minimizar o Erro**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Erro = diferença entre o valor real (y) e o previsto (ŷ).</a:t>
            </a:r>
          </a:p>
          <a:p>
            <a:pPr/>
            <a:r>
              <a:t>Métrica padrão: **Soma dos Quadrados dos Resíduos (SSE)**.</a:t>
            </a:r>
          </a:p>
          <a:p>
            <a:pPr/>
            <a:r>
              <a:t>O algoritmo ajusta β₀, β₁ … para **SSE mínimo**.</a:t>
            </a:r>
          </a:p>
          <a:p>
            <a:pPr/>
            <a:r>
              <a:t>Resultado: a reta que “cai” o mais próximo possível dos pontos.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4 – Exemplo Simples (Uma Variável)**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Dados fictícios: temperatura (x) vs consumo de energia (y).</a:t>
            </a:r>
          </a:p>
          <a:p>
            <a:pPr/>
            <a:r>
              <a:t>Plotagem mostra pontos alinhados aproximadamente em linha reta.</a:t>
            </a:r>
          </a:p>
          <a:p>
            <a:pPr/>
            <a:r>
              <a:t>Aplicando regressão: obtém‑se **ŷ = 20 + 3·x**.</a:t>
            </a:r>
          </a:p>
          <a:p>
            <a:pPr/>
            <a:r>
              <a:t>Interpretação rápida: cada grau a mais aumenta o consumo em ~3 unidades.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5 – Interpretação dos Coeficientes**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**Intercepto (β₀)**: valor base quando todas as x = 0 (pode não ter sentido físico).</a:t>
            </a:r>
          </a:p>
          <a:p>
            <a:pPr/>
            <a:r>
              <a:t>**Inclinações (βᵢ)**: efeito marginal de cada variável, mantendo as demais constantes.</a:t>
            </a:r>
          </a:p>
          <a:p>
            <a:pPr/>
            <a:r>
              <a:t>Sinal positivo → relação direta; sinal negativo → relação inversa.</a:t>
            </a:r>
          </a:p>
          <a:p>
            <a:pPr/>
            <a:r>
              <a:t>Magnitude indica força da influência (quanto maior, maior o impacto).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6 – Overfitting vs. Underfitting**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**Underfitting**: modelo muito simples, não captura padrão dos dados → alto erro de treinamento e teste.</a:t>
            </a:r>
          </a:p>
          <a:p>
            <a:pPr/>
            <a:r>
              <a:t>**Overfitting**: modelo muito complexo, memoriza ruído → baixo erro de treinamento, alto erro de teste.</a:t>
            </a:r>
          </a:p>
          <a:p>
            <a:pPr/>
            <a:r>
              <a:t>Ideal: equilíbrio que generaliza bem para novos dados.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7 – Como Evitar Problemas de Ajuste**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Divida os dados: **treino**, **validação** e **teste**.</a:t>
            </a:r>
          </a:p>
          <a:p>
            <a:pPr/>
            <a:r>
              <a:t>Use **validação cruzada** para estimar desempenho.</a:t>
            </a:r>
          </a:p>
          <a:p>
            <a:pPr/>
            <a:r>
              <a:t>Aplique **regularização** (Ridge, Lasso) para penalizar coeficientes excessivos.</a:t>
            </a:r>
          </a:p>
          <a:p>
            <a:pPr/>
            <a:r>
              <a:t>Simplesmente reduza o número de variáveis ou faça **feature selection**.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---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**Slide 8 – Demo Rápido com Scikit‑Learn**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```python</a:t>
            </a:r>
          </a:p>
          <a:p>
            <a:pPr/>
            <a:r>
              <a:t>import pandas as pd</a:t>
            </a:r>
          </a:p>
          <a:p>
            <a:pPr/>
            <a:r>
              <a:t>from sklearn.model_selection import train_test_split</a:t>
            </a:r>
          </a:p>
          <a:p>
            <a:pPr/>
            <a:r>
              <a:t>from sklearn.linear_model import LinearRegression</a:t>
            </a:r>
          </a:p>
          <a:p>
            <a:pPr/>
            <a:r>
              <a:t>from sklearn.metrics import mean_squared_error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Carregar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df = pd.read_csv('dados.csv')          # colunas: x, y</a:t>
            </a:r>
          </a:p>
          <a:p>
            <a:pPr/>
            <a:r>
              <a:t>X = df[['x']]</a:t>
            </a:r>
          </a:p>
          <a:p>
            <a:pPr/>
            <a:r>
              <a:t>y = df['y']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Separar treino e teste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X_train, X_test, y_train, y_test = train_test_split(X, y, test_size=0.2, random_state=42)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Treinar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modelo = LinearRegression()</a:t>
            </a:r>
          </a:p>
          <a:p>
            <a:pPr/>
            <a:r>
              <a:t>modelo.fit(X_train, y_train)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Prever e avaliar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y_pred = modelo.predict(X_test)</a:t>
            </a:r>
          </a:p>
          <a:p>
            <a:pPr/>
            <a:r>
              <a:t>print('MSE:', mean_squared_error(y_test, y_pred))</a:t>
            </a:r>
          </a:p>
          <a:p>
            <a:pPr/>
            <a:r>
              <a:t>print('Intercepto:', modelo.intercept_)</a:t>
            </a:r>
          </a:p>
          <a:p>
            <a:pPr/>
            <a:r>
              <a:t>print('Coeficiente:', modelo.coef_[0])</a:t>
            </a:r>
          </a:p>
          <a:p>
            <a:pPr/>
            <a:r>
              <a:t>```</a:t>
            </a:r>
          </a:p>
          <a:p>
            <a:pPr/>
            <a:r>
              <a:t>Código curto mostra todo o fluxo: carregar → dividir → treinar → avaliar.</a:t>
            </a:r>
          </a:p>
          <a:p>
            <a:pPr/>
            <a:r>
              <a:t>Resultados (intercepto e coeficiente) podem ser interpretados como nos slides anteriores.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